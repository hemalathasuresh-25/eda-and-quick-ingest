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 hidden="1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bg object 17" hidden="1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bg object 18" hidden="1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bg object 16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bg object 17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bg object 18"/>
          <p:cNvSpPr/>
          <p:nvPr/>
        </p:nvSpPr>
        <p:spPr>
          <a:xfrm>
            <a:off x="0" y="0"/>
            <a:ext cx="2227680" cy="1258920"/>
          </a:xfrm>
          <a:custGeom>
            <a:avLst/>
            <a:gdLst>
              <a:gd name="textAreaLeft" fmla="*/ 0 w 2227680"/>
              <a:gd name="textAreaRight" fmla="*/ 2228760 w 2227680"/>
              <a:gd name="textAreaTop" fmla="*/ 0 h 1258920"/>
              <a:gd name="textAreaBottom" fmla="*/ 1260000 h 1258920"/>
            </a:gdLst>
            <a:ahLst/>
            <a:cxnLst/>
            <a:rect l="textAreaLeft" t="textAreaTop" r="textAreaRight" b="textAreaBottom"/>
            <a:pathLst>
              <a:path w="2228850" h="1259840">
                <a:moveTo>
                  <a:pt x="2228317" y="0"/>
                </a:moveTo>
                <a:lnTo>
                  <a:pt x="2172162" y="16744"/>
                </a:lnTo>
                <a:lnTo>
                  <a:pt x="2124789" y="32586"/>
                </a:lnTo>
                <a:lnTo>
                  <a:pt x="2078643" y="49513"/>
                </a:lnTo>
                <a:lnTo>
                  <a:pt x="2033669" y="67475"/>
                </a:lnTo>
                <a:lnTo>
                  <a:pt x="1989815" y="86427"/>
                </a:lnTo>
                <a:lnTo>
                  <a:pt x="1947027" y="106321"/>
                </a:lnTo>
                <a:lnTo>
                  <a:pt x="1905252" y="127109"/>
                </a:lnTo>
                <a:lnTo>
                  <a:pt x="1864436" y="148746"/>
                </a:lnTo>
                <a:lnTo>
                  <a:pt x="1824527" y="171183"/>
                </a:lnTo>
                <a:lnTo>
                  <a:pt x="1785471" y="194374"/>
                </a:lnTo>
                <a:lnTo>
                  <a:pt x="1747214" y="218272"/>
                </a:lnTo>
                <a:lnTo>
                  <a:pt x="1709703" y="242829"/>
                </a:lnTo>
                <a:lnTo>
                  <a:pt x="1672886" y="267998"/>
                </a:lnTo>
                <a:lnTo>
                  <a:pt x="1636708" y="293733"/>
                </a:lnTo>
                <a:lnTo>
                  <a:pt x="1601116" y="319986"/>
                </a:lnTo>
                <a:lnTo>
                  <a:pt x="1566058" y="346710"/>
                </a:lnTo>
                <a:lnTo>
                  <a:pt x="1531479" y="373858"/>
                </a:lnTo>
                <a:lnTo>
                  <a:pt x="1497327" y="401382"/>
                </a:lnTo>
                <a:lnTo>
                  <a:pt x="1463548" y="429237"/>
                </a:lnTo>
                <a:lnTo>
                  <a:pt x="1430089" y="457374"/>
                </a:lnTo>
                <a:lnTo>
                  <a:pt x="1396896" y="485746"/>
                </a:lnTo>
                <a:lnTo>
                  <a:pt x="1363917" y="514307"/>
                </a:lnTo>
                <a:lnTo>
                  <a:pt x="1331097" y="543009"/>
                </a:lnTo>
                <a:lnTo>
                  <a:pt x="1298384" y="571806"/>
                </a:lnTo>
                <a:lnTo>
                  <a:pt x="1265724" y="600649"/>
                </a:lnTo>
                <a:lnTo>
                  <a:pt x="1233065" y="629493"/>
                </a:lnTo>
                <a:lnTo>
                  <a:pt x="1200352" y="658290"/>
                </a:lnTo>
                <a:lnTo>
                  <a:pt x="1167532" y="686992"/>
                </a:lnTo>
                <a:lnTo>
                  <a:pt x="1134553" y="715553"/>
                </a:lnTo>
                <a:lnTo>
                  <a:pt x="1101360" y="743925"/>
                </a:lnTo>
                <a:lnTo>
                  <a:pt x="1067901" y="772062"/>
                </a:lnTo>
                <a:lnTo>
                  <a:pt x="1034122" y="799917"/>
                </a:lnTo>
                <a:lnTo>
                  <a:pt x="999970" y="827441"/>
                </a:lnTo>
                <a:lnTo>
                  <a:pt x="965391" y="854589"/>
                </a:lnTo>
                <a:lnTo>
                  <a:pt x="930333" y="881313"/>
                </a:lnTo>
                <a:lnTo>
                  <a:pt x="894741" y="907566"/>
                </a:lnTo>
                <a:lnTo>
                  <a:pt x="858563" y="933301"/>
                </a:lnTo>
                <a:lnTo>
                  <a:pt x="821746" y="958470"/>
                </a:lnTo>
                <a:lnTo>
                  <a:pt x="784235" y="983027"/>
                </a:lnTo>
                <a:lnTo>
                  <a:pt x="745978" y="1006925"/>
                </a:lnTo>
                <a:lnTo>
                  <a:pt x="706922" y="1030116"/>
                </a:lnTo>
                <a:lnTo>
                  <a:pt x="667013" y="1052553"/>
                </a:lnTo>
                <a:lnTo>
                  <a:pt x="626197" y="1074190"/>
                </a:lnTo>
                <a:lnTo>
                  <a:pt x="584422" y="1094978"/>
                </a:lnTo>
                <a:lnTo>
                  <a:pt x="541634" y="1114872"/>
                </a:lnTo>
                <a:lnTo>
                  <a:pt x="497780" y="1133824"/>
                </a:lnTo>
                <a:lnTo>
                  <a:pt x="452806" y="1151786"/>
                </a:lnTo>
                <a:lnTo>
                  <a:pt x="406660" y="1168713"/>
                </a:lnTo>
                <a:lnTo>
                  <a:pt x="359287" y="1184555"/>
                </a:lnTo>
                <a:lnTo>
                  <a:pt x="310636" y="1199268"/>
                </a:lnTo>
                <a:lnTo>
                  <a:pt x="260651" y="1212802"/>
                </a:lnTo>
                <a:lnTo>
                  <a:pt x="209281" y="1225112"/>
                </a:lnTo>
                <a:lnTo>
                  <a:pt x="156471" y="1236150"/>
                </a:lnTo>
                <a:lnTo>
                  <a:pt x="102169" y="1245869"/>
                </a:lnTo>
                <a:lnTo>
                  <a:pt x="46320" y="1254223"/>
                </a:lnTo>
                <a:lnTo>
                  <a:pt x="0" y="1259819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bg object 19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bg object 20"/>
          <p:cNvSpPr/>
          <p:nvPr/>
        </p:nvSpPr>
        <p:spPr>
          <a:xfrm>
            <a:off x="7218720" y="3965400"/>
            <a:ext cx="1924200" cy="1177560"/>
          </a:xfrm>
          <a:custGeom>
            <a:avLst/>
            <a:gdLst>
              <a:gd name="textAreaLeft" fmla="*/ 0 w 1924200"/>
              <a:gd name="textAreaRight" fmla="*/ 1925280 w 1924200"/>
              <a:gd name="textAreaTop" fmla="*/ 0 h 1177560"/>
              <a:gd name="textAreaBottom" fmla="*/ 1178640 h 1177560"/>
            </a:gdLst>
            <a:ahLst/>
            <a:cxnLst/>
            <a:rect l="textAreaLeft" t="textAreaTop" r="textAreaRight" b="textAreaBottom"/>
            <a:pathLst>
              <a:path w="1925320" h="1178560">
                <a:moveTo>
                  <a:pt x="1925177" y="0"/>
                </a:moveTo>
                <a:lnTo>
                  <a:pt x="1881581" y="7803"/>
                </a:lnTo>
                <a:lnTo>
                  <a:pt x="1828771" y="18841"/>
                </a:lnTo>
                <a:lnTo>
                  <a:pt x="1777401" y="31151"/>
                </a:lnTo>
                <a:lnTo>
                  <a:pt x="1727416" y="44685"/>
                </a:lnTo>
                <a:lnTo>
                  <a:pt x="1678765" y="59398"/>
                </a:lnTo>
                <a:lnTo>
                  <a:pt x="1631392" y="75240"/>
                </a:lnTo>
                <a:lnTo>
                  <a:pt x="1585246" y="92166"/>
                </a:lnTo>
                <a:lnTo>
                  <a:pt x="1540272" y="110129"/>
                </a:lnTo>
                <a:lnTo>
                  <a:pt x="1496418" y="129081"/>
                </a:lnTo>
                <a:lnTo>
                  <a:pt x="1453630" y="148974"/>
                </a:lnTo>
                <a:lnTo>
                  <a:pt x="1411855" y="169763"/>
                </a:lnTo>
                <a:lnTo>
                  <a:pt x="1371039" y="191400"/>
                </a:lnTo>
                <a:lnTo>
                  <a:pt x="1331130" y="213837"/>
                </a:lnTo>
                <a:lnTo>
                  <a:pt x="1292073" y="237028"/>
                </a:lnTo>
                <a:lnTo>
                  <a:pt x="1253817" y="260926"/>
                </a:lnTo>
                <a:lnTo>
                  <a:pt x="1216306" y="285483"/>
                </a:lnTo>
                <a:lnTo>
                  <a:pt x="1179488" y="310652"/>
                </a:lnTo>
                <a:lnTo>
                  <a:pt x="1143311" y="336387"/>
                </a:lnTo>
                <a:lnTo>
                  <a:pt x="1107719" y="362640"/>
                </a:lnTo>
                <a:lnTo>
                  <a:pt x="1072661" y="389364"/>
                </a:lnTo>
                <a:lnTo>
                  <a:pt x="1038082" y="416511"/>
                </a:lnTo>
                <a:lnTo>
                  <a:pt x="1003930" y="444036"/>
                </a:lnTo>
                <a:lnTo>
                  <a:pt x="970151" y="471891"/>
                </a:lnTo>
                <a:lnTo>
                  <a:pt x="936692" y="500028"/>
                </a:lnTo>
                <a:lnTo>
                  <a:pt x="903499" y="528400"/>
                </a:lnTo>
                <a:lnTo>
                  <a:pt x="870519" y="556961"/>
                </a:lnTo>
                <a:lnTo>
                  <a:pt x="837700" y="585663"/>
                </a:lnTo>
                <a:lnTo>
                  <a:pt x="804987" y="614460"/>
                </a:lnTo>
                <a:lnTo>
                  <a:pt x="772327" y="643303"/>
                </a:lnTo>
                <a:lnTo>
                  <a:pt x="739668" y="672147"/>
                </a:lnTo>
                <a:lnTo>
                  <a:pt x="706955" y="700943"/>
                </a:lnTo>
                <a:lnTo>
                  <a:pt x="674135" y="729646"/>
                </a:lnTo>
                <a:lnTo>
                  <a:pt x="641156" y="758207"/>
                </a:lnTo>
                <a:lnTo>
                  <a:pt x="607963" y="786579"/>
                </a:lnTo>
                <a:lnTo>
                  <a:pt x="574504" y="814716"/>
                </a:lnTo>
                <a:lnTo>
                  <a:pt x="540725" y="842571"/>
                </a:lnTo>
                <a:lnTo>
                  <a:pt x="506573" y="870095"/>
                </a:lnTo>
                <a:lnTo>
                  <a:pt x="471994" y="897243"/>
                </a:lnTo>
                <a:lnTo>
                  <a:pt x="436936" y="923967"/>
                </a:lnTo>
                <a:lnTo>
                  <a:pt x="401344" y="950220"/>
                </a:lnTo>
                <a:lnTo>
                  <a:pt x="365166" y="975954"/>
                </a:lnTo>
                <a:lnTo>
                  <a:pt x="328349" y="1001124"/>
                </a:lnTo>
                <a:lnTo>
                  <a:pt x="290838" y="1025681"/>
                </a:lnTo>
                <a:lnTo>
                  <a:pt x="252581" y="1049579"/>
                </a:lnTo>
                <a:lnTo>
                  <a:pt x="213525" y="1072770"/>
                </a:lnTo>
                <a:lnTo>
                  <a:pt x="173615" y="1095207"/>
                </a:lnTo>
                <a:lnTo>
                  <a:pt x="132800" y="1116844"/>
                </a:lnTo>
                <a:lnTo>
                  <a:pt x="91025" y="1137632"/>
                </a:lnTo>
                <a:lnTo>
                  <a:pt x="48237" y="1157526"/>
                </a:lnTo>
                <a:lnTo>
                  <a:pt x="4383" y="1176478"/>
                </a:lnTo>
                <a:lnTo>
                  <a:pt x="0" y="1178228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84440" y="1605240"/>
            <a:ext cx="770832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00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7220F4-129E-4C44-A8ED-13DE82F77EB7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g object 17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bg object 18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59080" y="439920"/>
            <a:ext cx="6669360" cy="5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69960" y="1369080"/>
            <a:ext cx="7688160" cy="26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00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F57464-BE75-426A-A9E7-78058570B4A1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 object 16" hidden="1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bg object 17" hidden="1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bg object 18" hidden="1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bg object 16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bg object 17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bg object 18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bg object 19"/>
          <p:cNvSpPr/>
          <p:nvPr/>
        </p:nvSpPr>
        <p:spPr>
          <a:xfrm>
            <a:off x="0" y="4106160"/>
            <a:ext cx="1249200" cy="1036440"/>
          </a:xfrm>
          <a:custGeom>
            <a:avLst/>
            <a:gdLst>
              <a:gd name="textAreaLeft" fmla="*/ 0 w 1249200"/>
              <a:gd name="textAreaRight" fmla="*/ 1250280 w 1249200"/>
              <a:gd name="textAreaTop" fmla="*/ 0 h 1036440"/>
              <a:gd name="textAreaBottom" fmla="*/ 1037520 h 1036440"/>
            </a:gdLst>
            <a:ahLst/>
            <a:cxnLst/>
            <a:rect l="textAreaLeft" t="textAreaTop" r="textAreaRight" b="textAreaBottom"/>
            <a:pathLst>
              <a:path w="1250315" h="1037589">
                <a:moveTo>
                  <a:pt x="0" y="0"/>
                </a:moveTo>
                <a:lnTo>
                  <a:pt x="69670" y="20060"/>
                </a:lnTo>
                <a:lnTo>
                  <a:pt x="115790" y="37046"/>
                </a:lnTo>
                <a:lnTo>
                  <a:pt x="160133" y="56174"/>
                </a:lnTo>
                <a:lnTo>
                  <a:pt x="202803" y="77317"/>
                </a:lnTo>
                <a:lnTo>
                  <a:pt x="243905" y="100349"/>
                </a:lnTo>
                <a:lnTo>
                  <a:pt x="283544" y="125146"/>
                </a:lnTo>
                <a:lnTo>
                  <a:pt x="321823" y="151580"/>
                </a:lnTo>
                <a:lnTo>
                  <a:pt x="358848" y="179526"/>
                </a:lnTo>
                <a:lnTo>
                  <a:pt x="394723" y="208857"/>
                </a:lnTo>
                <a:lnTo>
                  <a:pt x="429552" y="239448"/>
                </a:lnTo>
                <a:lnTo>
                  <a:pt x="463441" y="271174"/>
                </a:lnTo>
                <a:lnTo>
                  <a:pt x="496494" y="303906"/>
                </a:lnTo>
                <a:lnTo>
                  <a:pt x="528814" y="337521"/>
                </a:lnTo>
                <a:lnTo>
                  <a:pt x="560507" y="371892"/>
                </a:lnTo>
                <a:lnTo>
                  <a:pt x="591678" y="406892"/>
                </a:lnTo>
                <a:lnTo>
                  <a:pt x="622431" y="442397"/>
                </a:lnTo>
                <a:lnTo>
                  <a:pt x="652869" y="478279"/>
                </a:lnTo>
                <a:lnTo>
                  <a:pt x="683099" y="514413"/>
                </a:lnTo>
                <a:lnTo>
                  <a:pt x="713224" y="550674"/>
                </a:lnTo>
                <a:lnTo>
                  <a:pt x="743350" y="586934"/>
                </a:lnTo>
                <a:lnTo>
                  <a:pt x="773580" y="623068"/>
                </a:lnTo>
                <a:lnTo>
                  <a:pt x="804018" y="658950"/>
                </a:lnTo>
                <a:lnTo>
                  <a:pt x="834771" y="694455"/>
                </a:lnTo>
                <a:lnTo>
                  <a:pt x="865941" y="729455"/>
                </a:lnTo>
                <a:lnTo>
                  <a:pt x="897635" y="763826"/>
                </a:lnTo>
                <a:lnTo>
                  <a:pt x="929955" y="797441"/>
                </a:lnTo>
                <a:lnTo>
                  <a:pt x="963008" y="830174"/>
                </a:lnTo>
                <a:lnTo>
                  <a:pt x="996897" y="861899"/>
                </a:lnTo>
                <a:lnTo>
                  <a:pt x="1031726" y="892490"/>
                </a:lnTo>
                <a:lnTo>
                  <a:pt x="1067601" y="921821"/>
                </a:lnTo>
                <a:lnTo>
                  <a:pt x="1104626" y="949767"/>
                </a:lnTo>
                <a:lnTo>
                  <a:pt x="1142905" y="976201"/>
                </a:lnTo>
                <a:lnTo>
                  <a:pt x="1182544" y="1000998"/>
                </a:lnTo>
                <a:lnTo>
                  <a:pt x="1223646" y="1024030"/>
                </a:lnTo>
                <a:lnTo>
                  <a:pt x="1250272" y="1037224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bg object 20"/>
          <p:cNvSpPr/>
          <p:nvPr/>
        </p:nvSpPr>
        <p:spPr>
          <a:xfrm>
            <a:off x="7756200" y="0"/>
            <a:ext cx="1387080" cy="1088640"/>
          </a:xfrm>
          <a:custGeom>
            <a:avLst/>
            <a:gdLst>
              <a:gd name="textAreaLeft" fmla="*/ 0 w 1387080"/>
              <a:gd name="textAreaRight" fmla="*/ 1388160 w 1387080"/>
              <a:gd name="textAreaTop" fmla="*/ 0 h 1088640"/>
              <a:gd name="textAreaBottom" fmla="*/ 1089720 h 1088640"/>
            </a:gdLst>
            <a:ahLst/>
            <a:cxnLst/>
            <a:rect l="textAreaLeft" t="textAreaTop" r="textAreaRight" b="textAreaBottom"/>
            <a:pathLst>
              <a:path w="1388109" h="1089660">
                <a:moveTo>
                  <a:pt x="0" y="0"/>
                </a:moveTo>
                <a:lnTo>
                  <a:pt x="51050" y="18497"/>
                </a:lnTo>
                <a:lnTo>
                  <a:pt x="95393" y="37624"/>
                </a:lnTo>
                <a:lnTo>
                  <a:pt x="138063" y="58768"/>
                </a:lnTo>
                <a:lnTo>
                  <a:pt x="179165" y="81800"/>
                </a:lnTo>
                <a:lnTo>
                  <a:pt x="218803" y="106597"/>
                </a:lnTo>
                <a:lnTo>
                  <a:pt x="257083" y="133031"/>
                </a:lnTo>
                <a:lnTo>
                  <a:pt x="294108" y="160977"/>
                </a:lnTo>
                <a:lnTo>
                  <a:pt x="329983" y="190308"/>
                </a:lnTo>
                <a:lnTo>
                  <a:pt x="364812" y="220899"/>
                </a:lnTo>
                <a:lnTo>
                  <a:pt x="398701" y="252624"/>
                </a:lnTo>
                <a:lnTo>
                  <a:pt x="431753" y="285357"/>
                </a:lnTo>
                <a:lnTo>
                  <a:pt x="464074" y="318972"/>
                </a:lnTo>
                <a:lnTo>
                  <a:pt x="495767" y="353343"/>
                </a:lnTo>
                <a:lnTo>
                  <a:pt x="526938" y="388343"/>
                </a:lnTo>
                <a:lnTo>
                  <a:pt x="557690" y="423848"/>
                </a:lnTo>
                <a:lnTo>
                  <a:pt x="588129" y="459730"/>
                </a:lnTo>
                <a:lnTo>
                  <a:pt x="618359" y="495864"/>
                </a:lnTo>
                <a:lnTo>
                  <a:pt x="648484" y="532124"/>
                </a:lnTo>
                <a:lnTo>
                  <a:pt x="678610" y="568385"/>
                </a:lnTo>
                <a:lnTo>
                  <a:pt x="708839" y="604519"/>
                </a:lnTo>
                <a:lnTo>
                  <a:pt x="739278" y="640401"/>
                </a:lnTo>
                <a:lnTo>
                  <a:pt x="770031" y="675906"/>
                </a:lnTo>
                <a:lnTo>
                  <a:pt x="801201" y="710906"/>
                </a:lnTo>
                <a:lnTo>
                  <a:pt x="832895" y="745277"/>
                </a:lnTo>
                <a:lnTo>
                  <a:pt x="865215" y="778892"/>
                </a:lnTo>
                <a:lnTo>
                  <a:pt x="898268" y="811624"/>
                </a:lnTo>
                <a:lnTo>
                  <a:pt x="932156" y="843350"/>
                </a:lnTo>
                <a:lnTo>
                  <a:pt x="966986" y="873941"/>
                </a:lnTo>
                <a:lnTo>
                  <a:pt x="1002861" y="903272"/>
                </a:lnTo>
                <a:lnTo>
                  <a:pt x="1039886" y="931218"/>
                </a:lnTo>
                <a:lnTo>
                  <a:pt x="1078165" y="957652"/>
                </a:lnTo>
                <a:lnTo>
                  <a:pt x="1117804" y="982449"/>
                </a:lnTo>
                <a:lnTo>
                  <a:pt x="1158906" y="1005481"/>
                </a:lnTo>
                <a:lnTo>
                  <a:pt x="1201576" y="1026624"/>
                </a:lnTo>
                <a:lnTo>
                  <a:pt x="1245919" y="1045752"/>
                </a:lnTo>
                <a:lnTo>
                  <a:pt x="1292039" y="1062738"/>
                </a:lnTo>
                <a:lnTo>
                  <a:pt x="1340041" y="1077456"/>
                </a:lnTo>
                <a:lnTo>
                  <a:pt x="1387884" y="1089252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bg object 21"/>
          <p:cNvSpPr/>
          <p:nvPr/>
        </p:nvSpPr>
        <p:spPr>
          <a:xfrm>
            <a:off x="7830360" y="4080240"/>
            <a:ext cx="1312560" cy="1062720"/>
          </a:xfrm>
          <a:custGeom>
            <a:avLst/>
            <a:gdLst>
              <a:gd name="textAreaLeft" fmla="*/ 0 w 1312560"/>
              <a:gd name="textAreaRight" fmla="*/ 1313640 w 1312560"/>
              <a:gd name="textAreaTop" fmla="*/ 0 h 1062720"/>
              <a:gd name="textAreaBottom" fmla="*/ 1063800 h 1062720"/>
            </a:gdLst>
            <a:ahLst/>
            <a:cxnLst/>
            <a:rect l="textAreaLeft" t="textAreaTop" r="textAreaRight" b="textAreaBottom"/>
            <a:pathLst>
              <a:path w="1313815" h="1063625">
                <a:moveTo>
                  <a:pt x="1313801" y="0"/>
                </a:moveTo>
                <a:lnTo>
                  <a:pt x="1231043" y="23287"/>
                </a:lnTo>
                <a:lnTo>
                  <a:pt x="1184923" y="40273"/>
                </a:lnTo>
                <a:lnTo>
                  <a:pt x="1140580" y="59400"/>
                </a:lnTo>
                <a:lnTo>
                  <a:pt x="1097910" y="80543"/>
                </a:lnTo>
                <a:lnTo>
                  <a:pt x="1056808" y="103576"/>
                </a:lnTo>
                <a:lnTo>
                  <a:pt x="1017170" y="128372"/>
                </a:lnTo>
                <a:lnTo>
                  <a:pt x="978890" y="154807"/>
                </a:lnTo>
                <a:lnTo>
                  <a:pt x="941865" y="182752"/>
                </a:lnTo>
                <a:lnTo>
                  <a:pt x="905990" y="212084"/>
                </a:lnTo>
                <a:lnTo>
                  <a:pt x="871161" y="242675"/>
                </a:lnTo>
                <a:lnTo>
                  <a:pt x="837272" y="274400"/>
                </a:lnTo>
                <a:lnTo>
                  <a:pt x="804220" y="307133"/>
                </a:lnTo>
                <a:lnTo>
                  <a:pt x="771899" y="340748"/>
                </a:lnTo>
                <a:lnTo>
                  <a:pt x="740206" y="375119"/>
                </a:lnTo>
                <a:lnTo>
                  <a:pt x="709035" y="410119"/>
                </a:lnTo>
                <a:lnTo>
                  <a:pt x="678283" y="445623"/>
                </a:lnTo>
                <a:lnTo>
                  <a:pt x="647844" y="481506"/>
                </a:lnTo>
                <a:lnTo>
                  <a:pt x="617614" y="517640"/>
                </a:lnTo>
                <a:lnTo>
                  <a:pt x="587489" y="553900"/>
                </a:lnTo>
                <a:lnTo>
                  <a:pt x="557363" y="590161"/>
                </a:lnTo>
                <a:lnTo>
                  <a:pt x="527134" y="626295"/>
                </a:lnTo>
                <a:lnTo>
                  <a:pt x="496695" y="662177"/>
                </a:lnTo>
                <a:lnTo>
                  <a:pt x="465942" y="697682"/>
                </a:lnTo>
                <a:lnTo>
                  <a:pt x="434772" y="732682"/>
                </a:lnTo>
                <a:lnTo>
                  <a:pt x="403078" y="767053"/>
                </a:lnTo>
                <a:lnTo>
                  <a:pt x="370758" y="800667"/>
                </a:lnTo>
                <a:lnTo>
                  <a:pt x="337705" y="833400"/>
                </a:lnTo>
                <a:lnTo>
                  <a:pt x="303817" y="865125"/>
                </a:lnTo>
                <a:lnTo>
                  <a:pt x="268987" y="895717"/>
                </a:lnTo>
                <a:lnTo>
                  <a:pt x="233112" y="925048"/>
                </a:lnTo>
                <a:lnTo>
                  <a:pt x="196087" y="952994"/>
                </a:lnTo>
                <a:lnTo>
                  <a:pt x="157808" y="979428"/>
                </a:lnTo>
                <a:lnTo>
                  <a:pt x="118169" y="1004225"/>
                </a:lnTo>
                <a:lnTo>
                  <a:pt x="77067" y="1027257"/>
                </a:lnTo>
                <a:lnTo>
                  <a:pt x="34397" y="1048400"/>
                </a:lnTo>
                <a:lnTo>
                  <a:pt x="0" y="1063238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bg object 22"/>
          <p:cNvSpPr/>
          <p:nvPr/>
        </p:nvSpPr>
        <p:spPr>
          <a:xfrm>
            <a:off x="0" y="0"/>
            <a:ext cx="1312560" cy="1062720"/>
          </a:xfrm>
          <a:custGeom>
            <a:avLst/>
            <a:gdLst>
              <a:gd name="textAreaLeft" fmla="*/ 0 w 1312560"/>
              <a:gd name="textAreaRight" fmla="*/ 1313640 w 1312560"/>
              <a:gd name="textAreaTop" fmla="*/ 0 h 1062720"/>
              <a:gd name="textAreaBottom" fmla="*/ 1063800 h 1062720"/>
            </a:gdLst>
            <a:ahLst/>
            <a:cxnLst/>
            <a:rect l="textAreaLeft" t="textAreaTop" r="textAreaRight" b="textAreaBottom"/>
            <a:pathLst>
              <a:path w="1313815" h="1063625">
                <a:moveTo>
                  <a:pt x="1313801" y="0"/>
                </a:moveTo>
                <a:lnTo>
                  <a:pt x="1236733" y="35980"/>
                </a:lnTo>
                <a:lnTo>
                  <a:pt x="1195631" y="59013"/>
                </a:lnTo>
                <a:lnTo>
                  <a:pt x="1155993" y="83809"/>
                </a:lnTo>
                <a:lnTo>
                  <a:pt x="1117714" y="110243"/>
                </a:lnTo>
                <a:lnTo>
                  <a:pt x="1080689" y="138189"/>
                </a:lnTo>
                <a:lnTo>
                  <a:pt x="1044814" y="167521"/>
                </a:lnTo>
                <a:lnTo>
                  <a:pt x="1009984" y="198112"/>
                </a:lnTo>
                <a:lnTo>
                  <a:pt x="976095" y="229837"/>
                </a:lnTo>
                <a:lnTo>
                  <a:pt x="943043" y="262570"/>
                </a:lnTo>
                <a:lnTo>
                  <a:pt x="910722" y="296185"/>
                </a:lnTo>
                <a:lnTo>
                  <a:pt x="879029" y="330555"/>
                </a:lnTo>
                <a:lnTo>
                  <a:pt x="847858" y="365556"/>
                </a:lnTo>
                <a:lnTo>
                  <a:pt x="817106" y="401060"/>
                </a:lnTo>
                <a:lnTo>
                  <a:pt x="786667" y="436942"/>
                </a:lnTo>
                <a:lnTo>
                  <a:pt x="756437" y="473077"/>
                </a:lnTo>
                <a:lnTo>
                  <a:pt x="726312" y="509337"/>
                </a:lnTo>
                <a:lnTo>
                  <a:pt x="696187" y="545597"/>
                </a:lnTo>
                <a:lnTo>
                  <a:pt x="665957" y="581732"/>
                </a:lnTo>
                <a:lnTo>
                  <a:pt x="635518" y="617614"/>
                </a:lnTo>
                <a:lnTo>
                  <a:pt x="604766" y="653118"/>
                </a:lnTo>
                <a:lnTo>
                  <a:pt x="573595" y="688119"/>
                </a:lnTo>
                <a:lnTo>
                  <a:pt x="541902" y="722489"/>
                </a:lnTo>
                <a:lnTo>
                  <a:pt x="509581" y="756104"/>
                </a:lnTo>
                <a:lnTo>
                  <a:pt x="476529" y="788837"/>
                </a:lnTo>
                <a:lnTo>
                  <a:pt x="442640" y="820562"/>
                </a:lnTo>
                <a:lnTo>
                  <a:pt x="407810" y="851153"/>
                </a:lnTo>
                <a:lnTo>
                  <a:pt x="371935" y="880485"/>
                </a:lnTo>
                <a:lnTo>
                  <a:pt x="334910" y="908431"/>
                </a:lnTo>
                <a:lnTo>
                  <a:pt x="296631" y="934865"/>
                </a:lnTo>
                <a:lnTo>
                  <a:pt x="256993" y="959661"/>
                </a:lnTo>
                <a:lnTo>
                  <a:pt x="215890" y="982694"/>
                </a:lnTo>
                <a:lnTo>
                  <a:pt x="173220" y="1003837"/>
                </a:lnTo>
                <a:lnTo>
                  <a:pt x="128878" y="1022964"/>
                </a:lnTo>
                <a:lnTo>
                  <a:pt x="82758" y="1039950"/>
                </a:lnTo>
                <a:lnTo>
                  <a:pt x="34756" y="1054669"/>
                </a:lnTo>
                <a:lnTo>
                  <a:pt x="0" y="1063238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59080" y="439920"/>
            <a:ext cx="6669360" cy="5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59080" y="1223640"/>
            <a:ext cx="3676680" cy="849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6560" cy="69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7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7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00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76A6B7-7FCE-47AB-80E2-7D752487F02C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 object 16" hidden="1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bg object 17" hidden="1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bg object 18" hidden="1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bg object 16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bg object 17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bg object 18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bg object 19"/>
          <p:cNvSpPr/>
          <p:nvPr/>
        </p:nvSpPr>
        <p:spPr>
          <a:xfrm>
            <a:off x="0" y="4106160"/>
            <a:ext cx="1249200" cy="1036440"/>
          </a:xfrm>
          <a:custGeom>
            <a:avLst/>
            <a:gdLst>
              <a:gd name="textAreaLeft" fmla="*/ 0 w 1249200"/>
              <a:gd name="textAreaRight" fmla="*/ 1250280 w 1249200"/>
              <a:gd name="textAreaTop" fmla="*/ 0 h 1036440"/>
              <a:gd name="textAreaBottom" fmla="*/ 1037520 h 1036440"/>
            </a:gdLst>
            <a:ahLst/>
            <a:cxnLst/>
            <a:rect l="textAreaLeft" t="textAreaTop" r="textAreaRight" b="textAreaBottom"/>
            <a:pathLst>
              <a:path w="1250315" h="1037589">
                <a:moveTo>
                  <a:pt x="0" y="0"/>
                </a:moveTo>
                <a:lnTo>
                  <a:pt x="69670" y="20060"/>
                </a:lnTo>
                <a:lnTo>
                  <a:pt x="115790" y="37046"/>
                </a:lnTo>
                <a:lnTo>
                  <a:pt x="160133" y="56174"/>
                </a:lnTo>
                <a:lnTo>
                  <a:pt x="202803" y="77317"/>
                </a:lnTo>
                <a:lnTo>
                  <a:pt x="243905" y="100349"/>
                </a:lnTo>
                <a:lnTo>
                  <a:pt x="283544" y="125146"/>
                </a:lnTo>
                <a:lnTo>
                  <a:pt x="321823" y="151580"/>
                </a:lnTo>
                <a:lnTo>
                  <a:pt x="358848" y="179526"/>
                </a:lnTo>
                <a:lnTo>
                  <a:pt x="394723" y="208857"/>
                </a:lnTo>
                <a:lnTo>
                  <a:pt x="429552" y="239448"/>
                </a:lnTo>
                <a:lnTo>
                  <a:pt x="463441" y="271174"/>
                </a:lnTo>
                <a:lnTo>
                  <a:pt x="496494" y="303906"/>
                </a:lnTo>
                <a:lnTo>
                  <a:pt x="528814" y="337521"/>
                </a:lnTo>
                <a:lnTo>
                  <a:pt x="560507" y="371892"/>
                </a:lnTo>
                <a:lnTo>
                  <a:pt x="591678" y="406892"/>
                </a:lnTo>
                <a:lnTo>
                  <a:pt x="622431" y="442397"/>
                </a:lnTo>
                <a:lnTo>
                  <a:pt x="652869" y="478279"/>
                </a:lnTo>
                <a:lnTo>
                  <a:pt x="683099" y="514413"/>
                </a:lnTo>
                <a:lnTo>
                  <a:pt x="713224" y="550674"/>
                </a:lnTo>
                <a:lnTo>
                  <a:pt x="743350" y="586934"/>
                </a:lnTo>
                <a:lnTo>
                  <a:pt x="773580" y="623068"/>
                </a:lnTo>
                <a:lnTo>
                  <a:pt x="804018" y="658950"/>
                </a:lnTo>
                <a:lnTo>
                  <a:pt x="834771" y="694455"/>
                </a:lnTo>
                <a:lnTo>
                  <a:pt x="865941" y="729455"/>
                </a:lnTo>
                <a:lnTo>
                  <a:pt x="897635" y="763826"/>
                </a:lnTo>
                <a:lnTo>
                  <a:pt x="929955" y="797441"/>
                </a:lnTo>
                <a:lnTo>
                  <a:pt x="963008" y="830174"/>
                </a:lnTo>
                <a:lnTo>
                  <a:pt x="996897" y="861899"/>
                </a:lnTo>
                <a:lnTo>
                  <a:pt x="1031726" y="892490"/>
                </a:lnTo>
                <a:lnTo>
                  <a:pt x="1067601" y="921821"/>
                </a:lnTo>
                <a:lnTo>
                  <a:pt x="1104626" y="949767"/>
                </a:lnTo>
                <a:lnTo>
                  <a:pt x="1142905" y="976201"/>
                </a:lnTo>
                <a:lnTo>
                  <a:pt x="1182544" y="1000998"/>
                </a:lnTo>
                <a:lnTo>
                  <a:pt x="1223646" y="1024030"/>
                </a:lnTo>
                <a:lnTo>
                  <a:pt x="1250272" y="1037224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bg object 20"/>
          <p:cNvSpPr/>
          <p:nvPr/>
        </p:nvSpPr>
        <p:spPr>
          <a:xfrm>
            <a:off x="7756200" y="0"/>
            <a:ext cx="1387080" cy="1088640"/>
          </a:xfrm>
          <a:custGeom>
            <a:avLst/>
            <a:gdLst>
              <a:gd name="textAreaLeft" fmla="*/ 0 w 1387080"/>
              <a:gd name="textAreaRight" fmla="*/ 1388160 w 1387080"/>
              <a:gd name="textAreaTop" fmla="*/ 0 h 1088640"/>
              <a:gd name="textAreaBottom" fmla="*/ 1089720 h 1088640"/>
            </a:gdLst>
            <a:ahLst/>
            <a:cxnLst/>
            <a:rect l="textAreaLeft" t="textAreaTop" r="textAreaRight" b="textAreaBottom"/>
            <a:pathLst>
              <a:path w="1388109" h="1089660">
                <a:moveTo>
                  <a:pt x="0" y="0"/>
                </a:moveTo>
                <a:lnTo>
                  <a:pt x="51050" y="18497"/>
                </a:lnTo>
                <a:lnTo>
                  <a:pt x="95393" y="37624"/>
                </a:lnTo>
                <a:lnTo>
                  <a:pt x="138063" y="58768"/>
                </a:lnTo>
                <a:lnTo>
                  <a:pt x="179165" y="81800"/>
                </a:lnTo>
                <a:lnTo>
                  <a:pt x="218803" y="106597"/>
                </a:lnTo>
                <a:lnTo>
                  <a:pt x="257083" y="133031"/>
                </a:lnTo>
                <a:lnTo>
                  <a:pt x="294108" y="160977"/>
                </a:lnTo>
                <a:lnTo>
                  <a:pt x="329983" y="190308"/>
                </a:lnTo>
                <a:lnTo>
                  <a:pt x="364812" y="220899"/>
                </a:lnTo>
                <a:lnTo>
                  <a:pt x="398701" y="252624"/>
                </a:lnTo>
                <a:lnTo>
                  <a:pt x="431753" y="285357"/>
                </a:lnTo>
                <a:lnTo>
                  <a:pt x="464074" y="318972"/>
                </a:lnTo>
                <a:lnTo>
                  <a:pt x="495767" y="353343"/>
                </a:lnTo>
                <a:lnTo>
                  <a:pt x="526938" y="388343"/>
                </a:lnTo>
                <a:lnTo>
                  <a:pt x="557690" y="423848"/>
                </a:lnTo>
                <a:lnTo>
                  <a:pt x="588129" y="459730"/>
                </a:lnTo>
                <a:lnTo>
                  <a:pt x="618359" y="495864"/>
                </a:lnTo>
                <a:lnTo>
                  <a:pt x="648484" y="532124"/>
                </a:lnTo>
                <a:lnTo>
                  <a:pt x="678610" y="568385"/>
                </a:lnTo>
                <a:lnTo>
                  <a:pt x="708839" y="604519"/>
                </a:lnTo>
                <a:lnTo>
                  <a:pt x="739278" y="640401"/>
                </a:lnTo>
                <a:lnTo>
                  <a:pt x="770031" y="675906"/>
                </a:lnTo>
                <a:lnTo>
                  <a:pt x="801201" y="710906"/>
                </a:lnTo>
                <a:lnTo>
                  <a:pt x="832895" y="745277"/>
                </a:lnTo>
                <a:lnTo>
                  <a:pt x="865215" y="778892"/>
                </a:lnTo>
                <a:lnTo>
                  <a:pt x="898268" y="811624"/>
                </a:lnTo>
                <a:lnTo>
                  <a:pt x="932156" y="843350"/>
                </a:lnTo>
                <a:lnTo>
                  <a:pt x="966986" y="873941"/>
                </a:lnTo>
                <a:lnTo>
                  <a:pt x="1002861" y="903272"/>
                </a:lnTo>
                <a:lnTo>
                  <a:pt x="1039886" y="931218"/>
                </a:lnTo>
                <a:lnTo>
                  <a:pt x="1078165" y="957652"/>
                </a:lnTo>
                <a:lnTo>
                  <a:pt x="1117804" y="982449"/>
                </a:lnTo>
                <a:lnTo>
                  <a:pt x="1158906" y="1005481"/>
                </a:lnTo>
                <a:lnTo>
                  <a:pt x="1201576" y="1026624"/>
                </a:lnTo>
                <a:lnTo>
                  <a:pt x="1245919" y="1045752"/>
                </a:lnTo>
                <a:lnTo>
                  <a:pt x="1292039" y="1062738"/>
                </a:lnTo>
                <a:lnTo>
                  <a:pt x="1340041" y="1077456"/>
                </a:lnTo>
                <a:lnTo>
                  <a:pt x="1387884" y="1089252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bg object 21"/>
          <p:cNvSpPr/>
          <p:nvPr/>
        </p:nvSpPr>
        <p:spPr>
          <a:xfrm>
            <a:off x="7830360" y="4080240"/>
            <a:ext cx="1312560" cy="1062720"/>
          </a:xfrm>
          <a:custGeom>
            <a:avLst/>
            <a:gdLst>
              <a:gd name="textAreaLeft" fmla="*/ 0 w 1312560"/>
              <a:gd name="textAreaRight" fmla="*/ 1313640 w 1312560"/>
              <a:gd name="textAreaTop" fmla="*/ 0 h 1062720"/>
              <a:gd name="textAreaBottom" fmla="*/ 1063800 h 1062720"/>
            </a:gdLst>
            <a:ahLst/>
            <a:cxnLst/>
            <a:rect l="textAreaLeft" t="textAreaTop" r="textAreaRight" b="textAreaBottom"/>
            <a:pathLst>
              <a:path w="1313815" h="1063625">
                <a:moveTo>
                  <a:pt x="1313801" y="0"/>
                </a:moveTo>
                <a:lnTo>
                  <a:pt x="1231043" y="23287"/>
                </a:lnTo>
                <a:lnTo>
                  <a:pt x="1184923" y="40273"/>
                </a:lnTo>
                <a:lnTo>
                  <a:pt x="1140580" y="59400"/>
                </a:lnTo>
                <a:lnTo>
                  <a:pt x="1097910" y="80543"/>
                </a:lnTo>
                <a:lnTo>
                  <a:pt x="1056808" y="103576"/>
                </a:lnTo>
                <a:lnTo>
                  <a:pt x="1017170" y="128372"/>
                </a:lnTo>
                <a:lnTo>
                  <a:pt x="978890" y="154807"/>
                </a:lnTo>
                <a:lnTo>
                  <a:pt x="941865" y="182752"/>
                </a:lnTo>
                <a:lnTo>
                  <a:pt x="905990" y="212084"/>
                </a:lnTo>
                <a:lnTo>
                  <a:pt x="871161" y="242675"/>
                </a:lnTo>
                <a:lnTo>
                  <a:pt x="837272" y="274400"/>
                </a:lnTo>
                <a:lnTo>
                  <a:pt x="804220" y="307133"/>
                </a:lnTo>
                <a:lnTo>
                  <a:pt x="771899" y="340748"/>
                </a:lnTo>
                <a:lnTo>
                  <a:pt x="740206" y="375119"/>
                </a:lnTo>
                <a:lnTo>
                  <a:pt x="709035" y="410119"/>
                </a:lnTo>
                <a:lnTo>
                  <a:pt x="678283" y="445623"/>
                </a:lnTo>
                <a:lnTo>
                  <a:pt x="647844" y="481506"/>
                </a:lnTo>
                <a:lnTo>
                  <a:pt x="617614" y="517640"/>
                </a:lnTo>
                <a:lnTo>
                  <a:pt x="587489" y="553900"/>
                </a:lnTo>
                <a:lnTo>
                  <a:pt x="557363" y="590161"/>
                </a:lnTo>
                <a:lnTo>
                  <a:pt x="527134" y="626295"/>
                </a:lnTo>
                <a:lnTo>
                  <a:pt x="496695" y="662177"/>
                </a:lnTo>
                <a:lnTo>
                  <a:pt x="465942" y="697682"/>
                </a:lnTo>
                <a:lnTo>
                  <a:pt x="434772" y="732682"/>
                </a:lnTo>
                <a:lnTo>
                  <a:pt x="403078" y="767053"/>
                </a:lnTo>
                <a:lnTo>
                  <a:pt x="370758" y="800667"/>
                </a:lnTo>
                <a:lnTo>
                  <a:pt x="337705" y="833400"/>
                </a:lnTo>
                <a:lnTo>
                  <a:pt x="303817" y="865125"/>
                </a:lnTo>
                <a:lnTo>
                  <a:pt x="268987" y="895717"/>
                </a:lnTo>
                <a:lnTo>
                  <a:pt x="233112" y="925048"/>
                </a:lnTo>
                <a:lnTo>
                  <a:pt x="196087" y="952994"/>
                </a:lnTo>
                <a:lnTo>
                  <a:pt x="157808" y="979428"/>
                </a:lnTo>
                <a:lnTo>
                  <a:pt x="118169" y="1004225"/>
                </a:lnTo>
                <a:lnTo>
                  <a:pt x="77067" y="1027257"/>
                </a:lnTo>
                <a:lnTo>
                  <a:pt x="34397" y="1048400"/>
                </a:lnTo>
                <a:lnTo>
                  <a:pt x="0" y="1063238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bg object 22"/>
          <p:cNvSpPr/>
          <p:nvPr/>
        </p:nvSpPr>
        <p:spPr>
          <a:xfrm>
            <a:off x="0" y="0"/>
            <a:ext cx="1312560" cy="1062720"/>
          </a:xfrm>
          <a:custGeom>
            <a:avLst/>
            <a:gdLst>
              <a:gd name="textAreaLeft" fmla="*/ 0 w 1312560"/>
              <a:gd name="textAreaRight" fmla="*/ 1313640 w 1312560"/>
              <a:gd name="textAreaTop" fmla="*/ 0 h 1062720"/>
              <a:gd name="textAreaBottom" fmla="*/ 1063800 h 1062720"/>
            </a:gdLst>
            <a:ahLst/>
            <a:cxnLst/>
            <a:rect l="textAreaLeft" t="textAreaTop" r="textAreaRight" b="textAreaBottom"/>
            <a:pathLst>
              <a:path w="1313815" h="1063625">
                <a:moveTo>
                  <a:pt x="1313801" y="0"/>
                </a:moveTo>
                <a:lnTo>
                  <a:pt x="1236733" y="35980"/>
                </a:lnTo>
                <a:lnTo>
                  <a:pt x="1195631" y="59013"/>
                </a:lnTo>
                <a:lnTo>
                  <a:pt x="1155993" y="83809"/>
                </a:lnTo>
                <a:lnTo>
                  <a:pt x="1117714" y="110243"/>
                </a:lnTo>
                <a:lnTo>
                  <a:pt x="1080689" y="138189"/>
                </a:lnTo>
                <a:lnTo>
                  <a:pt x="1044814" y="167521"/>
                </a:lnTo>
                <a:lnTo>
                  <a:pt x="1009984" y="198112"/>
                </a:lnTo>
                <a:lnTo>
                  <a:pt x="976095" y="229837"/>
                </a:lnTo>
                <a:lnTo>
                  <a:pt x="943043" y="262570"/>
                </a:lnTo>
                <a:lnTo>
                  <a:pt x="910722" y="296185"/>
                </a:lnTo>
                <a:lnTo>
                  <a:pt x="879029" y="330555"/>
                </a:lnTo>
                <a:lnTo>
                  <a:pt x="847858" y="365556"/>
                </a:lnTo>
                <a:lnTo>
                  <a:pt x="817106" y="401060"/>
                </a:lnTo>
                <a:lnTo>
                  <a:pt x="786667" y="436942"/>
                </a:lnTo>
                <a:lnTo>
                  <a:pt x="756437" y="473077"/>
                </a:lnTo>
                <a:lnTo>
                  <a:pt x="726312" y="509337"/>
                </a:lnTo>
                <a:lnTo>
                  <a:pt x="696187" y="545597"/>
                </a:lnTo>
                <a:lnTo>
                  <a:pt x="665957" y="581732"/>
                </a:lnTo>
                <a:lnTo>
                  <a:pt x="635518" y="617614"/>
                </a:lnTo>
                <a:lnTo>
                  <a:pt x="604766" y="653118"/>
                </a:lnTo>
                <a:lnTo>
                  <a:pt x="573595" y="688119"/>
                </a:lnTo>
                <a:lnTo>
                  <a:pt x="541902" y="722489"/>
                </a:lnTo>
                <a:lnTo>
                  <a:pt x="509581" y="756104"/>
                </a:lnTo>
                <a:lnTo>
                  <a:pt x="476529" y="788837"/>
                </a:lnTo>
                <a:lnTo>
                  <a:pt x="442640" y="820562"/>
                </a:lnTo>
                <a:lnTo>
                  <a:pt x="407810" y="851153"/>
                </a:lnTo>
                <a:lnTo>
                  <a:pt x="371935" y="880485"/>
                </a:lnTo>
                <a:lnTo>
                  <a:pt x="334910" y="908431"/>
                </a:lnTo>
                <a:lnTo>
                  <a:pt x="296631" y="934865"/>
                </a:lnTo>
                <a:lnTo>
                  <a:pt x="256993" y="959661"/>
                </a:lnTo>
                <a:lnTo>
                  <a:pt x="215890" y="982694"/>
                </a:lnTo>
                <a:lnTo>
                  <a:pt x="173220" y="1003837"/>
                </a:lnTo>
                <a:lnTo>
                  <a:pt x="128878" y="1022964"/>
                </a:lnTo>
                <a:lnTo>
                  <a:pt x="82758" y="1039950"/>
                </a:lnTo>
                <a:lnTo>
                  <a:pt x="34756" y="1054669"/>
                </a:lnTo>
                <a:lnTo>
                  <a:pt x="0" y="1063238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59080" y="439920"/>
            <a:ext cx="6669360" cy="54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00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CF37DE-59DC-4497-96DF-C83F62268EA4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g object 16"/>
          <p:cNvSpPr/>
          <p:nvPr/>
        </p:nvSpPr>
        <p:spPr>
          <a:xfrm>
            <a:off x="0" y="0"/>
            <a:ext cx="9142920" cy="514260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5142600"/>
              <a:gd name="textAreaBottom" fmla="*/ 5143680 h 5142600"/>
            </a:gdLst>
            <a:ahLst/>
            <a:cxnLst/>
            <a:rect l="textAreaLeft" t="textAreaTop" r="textAreaRight" b="textAreaBottom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bg object 17"/>
          <p:cNvSpPr/>
          <p:nvPr/>
        </p:nvSpPr>
        <p:spPr>
          <a:xfrm>
            <a:off x="0" y="25992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bg object 18"/>
          <p:cNvSpPr/>
          <p:nvPr/>
        </p:nvSpPr>
        <p:spPr>
          <a:xfrm>
            <a:off x="0" y="4863240"/>
            <a:ext cx="9142920" cy="27360"/>
          </a:xfrm>
          <a:custGeom>
            <a:avLst/>
            <a:gdLst>
              <a:gd name="textAreaLeft" fmla="*/ 0 w 9142920"/>
              <a:gd name="textAreaRight" fmla="*/ 9144000 w 9142920"/>
              <a:gd name="textAreaTop" fmla="*/ 0 h 27360"/>
              <a:gd name="textAreaBottom" fmla="*/ 28440 h 27360"/>
            </a:gdLst>
            <a:ahLst/>
            <a:cxnLst/>
            <a:rect l="textAreaLeft" t="textAreaTop" r="textAreaRight" b="textAreaBottom"/>
            <a:pathLst>
              <a:path w="9144000" h="28575">
                <a:moveTo>
                  <a:pt x="0" y="28574"/>
                </a:moveTo>
                <a:lnTo>
                  <a:pt x="0" y="0"/>
                </a:lnTo>
                <a:lnTo>
                  <a:pt x="9143999" y="0"/>
                </a:lnTo>
                <a:lnTo>
                  <a:pt x="9143999" y="28574"/>
                </a:lnTo>
                <a:lnTo>
                  <a:pt x="0" y="28574"/>
                </a:lnTo>
                <a:close/>
              </a:path>
            </a:pathLst>
          </a:custGeom>
          <a:solidFill>
            <a:srgbClr val="3e35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00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5"/>
          </p:nvPr>
        </p:nvSpPr>
        <p:spPr>
          <a:xfrm>
            <a:off x="6583680" y="4783320"/>
            <a:ext cx="2102040" cy="25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B8357A-6367-42B9-8001-3402E5DEF10F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84440" y="1605240"/>
            <a:ext cx="7708320" cy="16722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1625760" defTabSz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5400" spc="7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Quick</a:t>
            </a:r>
            <a:r>
              <a:rPr b="0" lang="en-IN" sz="5400" spc="3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r>
              <a:rPr b="0" lang="en-IN" sz="5400" spc="85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Ingest</a:t>
            </a:r>
            <a:r>
              <a:rPr b="0" lang="en-IN" sz="5400" spc="4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r>
              <a:rPr b="0" lang="en-IN" sz="5400" spc="17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&amp; </a:t>
            </a:r>
            <a:r>
              <a:rPr b="0" lang="en-IN" sz="540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Exploratory</a:t>
            </a:r>
            <a:r>
              <a:rPr b="0" lang="en-IN" sz="5400" spc="3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r>
              <a:rPr b="0" lang="en-IN" sz="5400" spc="5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Data</a:t>
            </a:r>
            <a:r>
              <a:rPr b="0" lang="en-IN" sz="5400" spc="34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r>
              <a:rPr b="0" lang="en-IN" sz="5400" spc="-11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Analysis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object 3"/>
          <p:cNvSpPr/>
          <p:nvPr/>
        </p:nvSpPr>
        <p:spPr>
          <a:xfrm>
            <a:off x="2073960" y="3442680"/>
            <a:ext cx="5305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The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Foundation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for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Machine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pc="-11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Learning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on</a:t>
            </a:r>
            <a:r>
              <a:rPr b="0" lang="en-IN" sz="1500" spc="-34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ATTEST</a:t>
            </a:r>
            <a:r>
              <a:rPr b="0" lang="en-IN" sz="1500" spc="-65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</a:t>
            </a:r>
            <a:r>
              <a:rPr b="0" lang="en-IN" sz="1500" spc="-2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Logs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2"/>
          <p:cNvSpPr/>
          <p:nvPr/>
        </p:nvSpPr>
        <p:spPr>
          <a:xfrm>
            <a:off x="7471800" y="0"/>
            <a:ext cx="1671480" cy="1163520"/>
          </a:xfrm>
          <a:custGeom>
            <a:avLst/>
            <a:gdLst>
              <a:gd name="textAreaLeft" fmla="*/ 0 w 1671480"/>
              <a:gd name="textAreaRight" fmla="*/ 1672560 w 1671480"/>
              <a:gd name="textAreaTop" fmla="*/ 0 h 1163520"/>
              <a:gd name="textAreaBottom" fmla="*/ 1164600 h 1163520"/>
            </a:gdLst>
            <a:ahLst/>
            <a:cxnLst/>
            <a:rect l="textAreaLeft" t="textAreaTop" r="textAreaRight" b="textAreaBottom"/>
            <a:pathLst>
              <a:path w="1672590" h="1164590">
                <a:moveTo>
                  <a:pt x="0" y="0"/>
                </a:moveTo>
                <a:lnTo>
                  <a:pt x="74426" y="34597"/>
                </a:lnTo>
                <a:lnTo>
                  <a:pt x="115354" y="56125"/>
                </a:lnTo>
                <a:lnTo>
                  <a:pt x="155185" y="78771"/>
                </a:lnTo>
                <a:lnTo>
                  <a:pt x="193982" y="102470"/>
                </a:lnTo>
                <a:lnTo>
                  <a:pt x="231810" y="127155"/>
                </a:lnTo>
                <a:lnTo>
                  <a:pt x="268734" y="152761"/>
                </a:lnTo>
                <a:lnTo>
                  <a:pt x="304818" y="179221"/>
                </a:lnTo>
                <a:lnTo>
                  <a:pt x="340128" y="206471"/>
                </a:lnTo>
                <a:lnTo>
                  <a:pt x="374726" y="234445"/>
                </a:lnTo>
                <a:lnTo>
                  <a:pt x="408679" y="263076"/>
                </a:lnTo>
                <a:lnTo>
                  <a:pt x="442050" y="292299"/>
                </a:lnTo>
                <a:lnTo>
                  <a:pt x="474905" y="322048"/>
                </a:lnTo>
                <a:lnTo>
                  <a:pt x="507308" y="352257"/>
                </a:lnTo>
                <a:lnTo>
                  <a:pt x="539323" y="382862"/>
                </a:lnTo>
                <a:lnTo>
                  <a:pt x="571015" y="413795"/>
                </a:lnTo>
                <a:lnTo>
                  <a:pt x="602449" y="444991"/>
                </a:lnTo>
                <a:lnTo>
                  <a:pt x="633689" y="476384"/>
                </a:lnTo>
                <a:lnTo>
                  <a:pt x="664800" y="507909"/>
                </a:lnTo>
                <a:lnTo>
                  <a:pt x="695846" y="539499"/>
                </a:lnTo>
                <a:lnTo>
                  <a:pt x="726892" y="571090"/>
                </a:lnTo>
                <a:lnTo>
                  <a:pt x="758003" y="602615"/>
                </a:lnTo>
                <a:lnTo>
                  <a:pt x="789243" y="634008"/>
                </a:lnTo>
                <a:lnTo>
                  <a:pt x="820677" y="665204"/>
                </a:lnTo>
                <a:lnTo>
                  <a:pt x="852369" y="696137"/>
                </a:lnTo>
                <a:lnTo>
                  <a:pt x="884384" y="726742"/>
                </a:lnTo>
                <a:lnTo>
                  <a:pt x="916787" y="756951"/>
                </a:lnTo>
                <a:lnTo>
                  <a:pt x="949642" y="786700"/>
                </a:lnTo>
                <a:lnTo>
                  <a:pt x="983013" y="815923"/>
                </a:lnTo>
                <a:lnTo>
                  <a:pt x="1016966" y="844554"/>
                </a:lnTo>
                <a:lnTo>
                  <a:pt x="1051565" y="872528"/>
                </a:lnTo>
                <a:lnTo>
                  <a:pt x="1086874" y="899778"/>
                </a:lnTo>
                <a:lnTo>
                  <a:pt x="1122958" y="926238"/>
                </a:lnTo>
                <a:lnTo>
                  <a:pt x="1159882" y="951844"/>
                </a:lnTo>
                <a:lnTo>
                  <a:pt x="1197710" y="976529"/>
                </a:lnTo>
                <a:lnTo>
                  <a:pt x="1236507" y="1000228"/>
                </a:lnTo>
                <a:lnTo>
                  <a:pt x="1276338" y="1022874"/>
                </a:lnTo>
                <a:lnTo>
                  <a:pt x="1317266" y="1044402"/>
                </a:lnTo>
                <a:lnTo>
                  <a:pt x="1359357" y="1064746"/>
                </a:lnTo>
                <a:lnTo>
                  <a:pt x="1402676" y="1083841"/>
                </a:lnTo>
                <a:lnTo>
                  <a:pt x="1447286" y="1101620"/>
                </a:lnTo>
                <a:lnTo>
                  <a:pt x="1493252" y="1118018"/>
                </a:lnTo>
                <a:lnTo>
                  <a:pt x="1540640" y="1132970"/>
                </a:lnTo>
                <a:lnTo>
                  <a:pt x="1589513" y="1146408"/>
                </a:lnTo>
                <a:lnTo>
                  <a:pt x="1639936" y="1158268"/>
                </a:lnTo>
                <a:lnTo>
                  <a:pt x="1672146" y="1164592"/>
                </a:lnTo>
              </a:path>
            </a:pathLst>
          </a:custGeom>
          <a:noFill/>
          <a:ln w="28574">
            <a:solidFill>
              <a:srgbClr val="3e3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0000" y="174600"/>
            <a:ext cx="7048440" cy="747000"/>
          </a:xfrm>
          <a:prstGeom prst="rect">
            <a:avLst/>
          </a:prstGeom>
          <a:noFill/>
          <a:ln w="0">
            <a:noFill/>
          </a:ln>
        </p:spPr>
        <p:txBody>
          <a:bodyPr lIns="0" rIns="0" tIns="76320" bIns="0" anchor="t">
            <a:spAutoFit/>
          </a:bodyPr>
          <a:p>
            <a:pPr marL="239400" indent="0" defTabSz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IN" sz="2400" spc="-11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Objective: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object 4"/>
          <p:cNvSpPr/>
          <p:nvPr/>
        </p:nvSpPr>
        <p:spPr>
          <a:xfrm>
            <a:off x="582480" y="673200"/>
            <a:ext cx="8099280" cy="39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b">
            <a:spAutoFit/>
          </a:bodyPr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Prepare and integrate datasets from Task 1 and Task 2 by combining cleaned log messages, cluster labels, and test metadata for model training.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Create reliable training labels using log status (Passed/Failed/Aborted) or failure cluster tags (Timeout, Interface Error, etc.) to support accurate classification.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Develop machine learning classification models using TF-IDF or embedding-based features to predict log types or failure categories for unseen log messages.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Implement anomaly detection techniques (Isolation Forest) to identify abnormal or unexpected log patterns that deviate from known behaviors.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Visualize model performance and anomalies through confusion matrices, anomaly score distributions, and PCA/t-SNE plots to understand patterns and detect outliers.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98080" indent="-285840" defTabSz="914400">
              <a:lnSpc>
                <a:spcPct val="114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Symbol" charset="2"/>
              <a:buChar char=""/>
              <a:tabLst>
                <a:tab algn="l" pos="37152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Generate automated outputs and insights such as classified logs, anomaly reports, and visual summaries to support debugging, analysis, and continuous improvement.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720" y="283680"/>
            <a:ext cx="6669360" cy="445680"/>
          </a:xfrm>
          <a:prstGeom prst="rect">
            <a:avLst/>
          </a:prstGeom>
          <a:noFill/>
          <a:ln w="0">
            <a:noFill/>
          </a:ln>
        </p:spPr>
        <p:txBody>
          <a:bodyPr lIns="0" rIns="0" tIns="75600" bIns="0" anchor="t">
            <a:spAutoFit/>
          </a:bodyPr>
          <a:p>
            <a:pPr marL="239400" indent="0" defTabSz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Data Preparation:</a:t>
            </a:r>
            <a:endParaRPr b="1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497520" y="725400"/>
            <a:ext cx="8141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1480" bIns="0" anchor="t">
            <a:sp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60000" y="725400"/>
            <a:ext cx="50392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br>
              <a:rPr sz="1000"/>
            </a:b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Roboto"/>
              </a:rPr>
              <a:t>    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182160" y="1132200"/>
            <a:ext cx="5101560" cy="27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Imported cleaned log data and clustering output using Pandas.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Merged datasets from Task 1 and Task 2 using the </a:t>
            </a: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message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field as the common identifier.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Extracted important metadata including Testcase, DUT, Suite, and ClusterID for deeper analysis.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Created classification labels based on: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-&gt;Execution status (Passed / Failed / Aborted)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-&gt;Failure cluster tags (e.g., Timeout, Interface Error, Device Reset)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rcRect l="0" t="21265" r="56917" b="15704"/>
          <a:stretch/>
        </p:blipFill>
        <p:spPr>
          <a:xfrm>
            <a:off x="5399280" y="540000"/>
            <a:ext cx="3398760" cy="16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2"/>
          <a:srcRect l="0" t="20743" r="5738" b="23223"/>
          <a:stretch/>
        </p:blipFill>
        <p:spPr>
          <a:xfrm>
            <a:off x="5400000" y="2340000"/>
            <a:ext cx="34200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32640" y="252720"/>
            <a:ext cx="666936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Splitting &amp; Preprocessing</a:t>
            </a: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Cambria"/>
              </a:rPr>
              <a:t>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0"/>
          <p:cNvSpPr/>
          <p:nvPr/>
        </p:nvSpPr>
        <p:spPr>
          <a:xfrm>
            <a:off x="199440" y="847440"/>
            <a:ext cx="5200200" cy="37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Cleaned the raw messages by removing timestamps, symbols, and unnecessary whitespace.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Converted text to lowercase and applied tokenization for consistent processing.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Used TF-IDF vectorization to transform log messages into numerical feature vectors suitable for ML models.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Enriched the dataset with additional numeric features, such as: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=&gt;Execution duration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=&gt;Error occurrence frequency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=&gt;Cluster ID from Task 2 (for better pattern separation)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Split the processed dataset into 80% training and 20% testing using train_test_split to ensure reliable model evaluation.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rcRect l="0" t="20743" r="5738" b="16220"/>
          <a:stretch/>
        </p:blipFill>
        <p:spPr>
          <a:xfrm>
            <a:off x="5371920" y="436320"/>
            <a:ext cx="3600000" cy="19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rcRect l="0" t="20743" r="3771" b="16220"/>
          <a:stretch/>
        </p:blipFill>
        <p:spPr>
          <a:xfrm>
            <a:off x="5400000" y="2520000"/>
            <a:ext cx="3600000" cy="21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2"/>
          <p:cNvSpPr/>
          <p:nvPr/>
        </p:nvSpPr>
        <p:spPr>
          <a:xfrm>
            <a:off x="262440" y="474120"/>
            <a:ext cx="4859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Log Classification: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4"/>
          <p:cNvSpPr/>
          <p:nvPr/>
        </p:nvSpPr>
        <p:spPr>
          <a:xfrm>
            <a:off x="415080" y="1155240"/>
            <a:ext cx="7841880" cy="25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First, we transformed all log messages into numerical features using TF-IDF, because machine-learning models cannot understand raw text.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Using these TF-IDF features, we trained a Random Forest model to learn patterns in the logs and classify them correctly.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After training, we evaluated the model on the test dataset to measure accuracy and ensure the model works well on unseen data.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Then, the model generated predictions and confidence scores for each log message, showing how sure the model is about each classification.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Finally, we saved the trained Random Forest model using joblib.dump(), so it can be reused later without training again.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80000" y="285840"/>
            <a:ext cx="666936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Classification Output:</a:t>
            </a:r>
            <a:endParaRPr b="1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"/>
          <p:cNvSpPr/>
          <p:nvPr/>
        </p:nvSpPr>
        <p:spPr>
          <a:xfrm>
            <a:off x="180000" y="763560"/>
            <a:ext cx="49370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TestCase — the specific test that produced the log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DUT — device under test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Suite — test suite category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PredictedLabel — model’s prediction (PASS / FAIL / ABORT)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ActualStatus — ground truth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Confidence Score — how sure the model is (0.0–1.0)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LowConfidenceFlag — highlights predictions below a threshold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ErrorMsg — short error snippet from the log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300640" y="1313280"/>
            <a:ext cx="3327120" cy="17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IN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5117400" y="817560"/>
            <a:ext cx="4261320" cy="13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Compared PredictedLabel vs ActualStatus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Identified confusing or borderline logs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Tuned Random Forest hyperparameters to improve accuracy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Checked low-confidence predictions to refine thresholds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5" descr=""/>
          <p:cNvPicPr/>
          <p:nvPr/>
        </p:nvPicPr>
        <p:blipFill>
          <a:blip r:embed="rId1"/>
          <a:srcRect l="22102" t="25526" r="1969" b="5561"/>
          <a:stretch/>
        </p:blipFill>
        <p:spPr>
          <a:xfrm>
            <a:off x="180000" y="2698200"/>
            <a:ext cx="5216760" cy="20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9" descr=""/>
          <p:cNvPicPr/>
          <p:nvPr/>
        </p:nvPicPr>
        <p:blipFill>
          <a:blip r:embed="rId2"/>
          <a:stretch/>
        </p:blipFill>
        <p:spPr>
          <a:xfrm>
            <a:off x="5513760" y="2698200"/>
            <a:ext cx="3449880" cy="20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2"/>
          <p:cNvSpPr/>
          <p:nvPr/>
        </p:nvSpPr>
        <p:spPr>
          <a:xfrm>
            <a:off x="678600" y="1172160"/>
            <a:ext cx="7543440" cy="27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We transformed the raw text into numeric features using TF-IDF / Word2Vec / BERT so the model can recognize patterns and compare logs mathematically.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model was trained on logs that represent regular system behavior, allowing it to understand what “normal” execution looks like.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From the training data, Isolation Forest identified the common structure, wording, and frequency of normal log messages.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After training, every new log was assigned a score indicating how different it is from the patterns the model learned.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If a log message looked unusual or rare (based on its score), it was flagged as a potential issue for further inspection.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"/>
          <p:cNvSpPr/>
          <p:nvPr/>
        </p:nvSpPr>
        <p:spPr>
          <a:xfrm>
            <a:off x="678600" y="575280"/>
            <a:ext cx="34390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Anomaly Detection: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000" y="292320"/>
            <a:ext cx="666936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Anomaly Output: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86"/>
          <p:cNvSpPr/>
          <p:nvPr/>
        </p:nvSpPr>
        <p:spPr>
          <a:xfrm>
            <a:off x="486360" y="793800"/>
            <a:ext cx="39229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anomalies_detected.csv (Final Anomalies Only)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file contains only the logs that were flagged as anomalies.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It includes: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LogID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Message Snippet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Anomaly Score (above threshold)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Is_anomaly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=&gt; This is the main output file used for analysis.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=&gt; It lists only the suspicious or abnormal logs.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"/>
          <p:cNvSpPr/>
          <p:nvPr/>
        </p:nvSpPr>
        <p:spPr>
          <a:xfrm>
            <a:off x="4536000" y="721080"/>
            <a:ext cx="42022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anomaly_full_scores.csv (Scores for ALL logs)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file contains anomaly scores for every log entry, not just the anomalous ones.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includes: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LogID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 Message (or snippet)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Anomaly Score, IsAnomaly Flag (0 = normal, 1 = anomaly)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ClusterID, Metadata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=&gt;Understanding the distribution of scores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=&gt;Choosing a better threshold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=&gt;Visualizing the complete behaviour of the dataset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3" descr=""/>
          <p:cNvPicPr/>
          <p:nvPr/>
        </p:nvPicPr>
        <p:blipFill>
          <a:blip r:embed="rId1"/>
          <a:srcRect l="22780" t="30607" r="4276" b="6030"/>
          <a:stretch/>
        </p:blipFill>
        <p:spPr>
          <a:xfrm>
            <a:off x="360000" y="2956320"/>
            <a:ext cx="3530880" cy="184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5" descr=""/>
          <p:cNvPicPr/>
          <p:nvPr/>
        </p:nvPicPr>
        <p:blipFill>
          <a:blip r:embed="rId2"/>
          <a:srcRect l="0" t="31006" r="1203" b="14016"/>
          <a:stretch/>
        </p:blipFill>
        <p:spPr>
          <a:xfrm>
            <a:off x="4001400" y="2956320"/>
            <a:ext cx="4991040" cy="18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63960" y="312840"/>
            <a:ext cx="6669360" cy="445680"/>
          </a:xfrm>
          <a:prstGeom prst="rect">
            <a:avLst/>
          </a:prstGeom>
          <a:noFill/>
          <a:ln w="0">
            <a:noFill/>
          </a:ln>
        </p:spPr>
        <p:txBody>
          <a:bodyPr lIns="0" rIns="0" tIns="75600" bIns="0" anchor="t">
            <a:spAutoFit/>
          </a:bodyPr>
          <a:p>
            <a:pPr marL="2394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Visualization: </a:t>
            </a:r>
            <a:endParaRPr b="1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91"/>
          <p:cNvSpPr/>
          <p:nvPr/>
        </p:nvSpPr>
        <p:spPr>
          <a:xfrm>
            <a:off x="453240" y="1031400"/>
            <a:ext cx="4319640" cy="32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• Created visual graphs using Matplotlib and Seaborn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Used Python plotting libraries to convert model results into clear, understandable charts.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• Confusion Matrix for classification evaluation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Displayed how well the model predicted each class and helped identify misclassifications.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• Anomaly Score Histogram to analyze score distribution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Showed the range of anomaly scores and made it easy to see which logs were normal vs. abnormal.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• PCA / t-SNE scatter plot for dimensionality reduction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Reduced high-dimensional embeddings into 2D to visually separate normal patterns from anomalies.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• Cluster vs. Anomaly comparison plot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Plotted cluster labels from Task 2 and highlighted anomaly points to check if anomalies fall inside or outside known clusters.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5229360" y="454320"/>
            <a:ext cx="3600000" cy="19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5238720" y="2584800"/>
            <a:ext cx="3600000" cy="209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485800" y="1733400"/>
            <a:ext cx="4171320" cy="1090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spAutoFit/>
          </a:bodyPr>
          <a:p>
            <a:pPr marL="12600" indent="0" defTabSz="9144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IN" sz="7000" spc="-11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Thank</a:t>
            </a:r>
            <a:r>
              <a:rPr b="0" lang="en-US" sz="7000" spc="-11" strike="noStrike" u="none">
                <a:solidFill>
                  <a:schemeClr val="dk1"/>
                </a:solidFill>
                <a:effectLst/>
                <a:uFillTx/>
                <a:latin typeface="Cambria"/>
              </a:rPr>
              <a:t> You</a:t>
            </a:r>
            <a:endParaRPr b="0" lang="en-US" sz="7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Application>LibreOffice/25.8.2.2$Windows_X86_64 LibreOffice_project/d401f2107ccab8f924a8e2df40f573aab7605b6f</Application>
  <AppVersion>15.0000</AppVersion>
  <Words>1391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2025-10-26T15:09:42Z</dcterms:created>
  <dc:creator>YESWANTH S</dc:creator>
  <dc:description/>
  <dc:language>en-IN</dc:language>
  <cp:lastModifiedBy/>
  <dcterms:modified xsi:type="dcterms:W3CDTF">2025-11-17T17:00:12Z</dcterms:modified>
  <cp:revision>5</cp:revision>
  <dc:subject/>
  <dc:title>Quick Ingest &amp; EDA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2025-10-26T00:00:00Z</vt:filetime>
  </property>
  <property fmtid="{D5CDD505-2E9C-101B-9397-08002B2CF9AE}" pid="5" name="PresentationFormat">
    <vt:lpwstr>On-screen Show (16:9)</vt:lpwstr>
  </property>
  <property fmtid="{D5CDD505-2E9C-101B-9397-08002B2CF9AE}" pid="6" name="Slides">
    <vt:i4>14</vt:i4>
  </property>
</Properties>
</file>